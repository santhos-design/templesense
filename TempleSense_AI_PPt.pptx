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02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" cy="13716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TempleSense AI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0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Crowd Prediction &amp; Best Darshan Time Recommendation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Artificial Intelligence – Project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747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2116240701477 – Saran Karthick 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2116240701472 –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Santhos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SV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Rajalakshmi Engineering College  |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B2E8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footfall in Tamil Nadu is highly uneven – weekends, festivals and lunar days (Amavasai, Pournami, Pradosham, Ekadasi) multiply crowds.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TempleSense AI predicts the crowd level – Low, Moderate, High or Very High – for a temple and date.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prediction becomes advice: best time window, expected waiting time and a travel tip.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trained on 34,680 synthetic records, 20 temples, 12 districts, 19 features.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76.4% (5-fold CV 76.2% ± 0.6%); beats KNN (62.9%) and Logistic Regression (60.0%).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via a Flask API and an interactive web dashboard.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crowd prediction, Random Forest, feature engineering, Tamil calendar, Flask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B2E8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websites give only static information – timings, history, maps.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Devotees rely on word of mouth or memory of earlier visits.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forecast of crowd or waiting time before travelling.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crowd-forecasting work ignores the Tamil lunar calendar, whose auspicious days move each year.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Sensing-based systems (CCTV / IoT counters) need hardware and data-sharing with the venue.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models need a long, regular history of counts.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137160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EDE7F6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0" y="15544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queues, long waiting times and a diminished worship experience.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B2E8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DE7F6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1188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3258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ML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Four-class Random Forest (200 trees) predicts the crowd level with class probabilities.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DE7F6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417320"/>
            <a:ext cx="73152" cy="1188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3258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Culture-aware features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month, tithi flags, festivals, holidays, weather – 19 features in all.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DE7F6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108960"/>
            <a:ext cx="73152" cy="1188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0175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layer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table maps level to best darshan time, waiting time and travel tip.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DE7F6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3108960"/>
            <a:ext cx="73152" cy="1188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30175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+ HTML/CSS/JS: temple search, district filter, date picker, 7-day outlook.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76.4% accuracy, errors almost only between neighbouring levels; no Very High predicted as Low.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B2E8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1234440" cy="1097280"/>
          </a:xfrm>
          <a:prstGeom prst="roundRect">
            <a:avLst>
              <a:gd name="adj" fmla="val 8333"/>
            </a:avLst>
          </a:prstGeom>
          <a:solidFill>
            <a:srgbClr val="EDE7F6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54480"/>
            <a:ext cx="12344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Devotee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(Temple + Date)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673352" y="178308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874520" y="1554480"/>
            <a:ext cx="1234440" cy="1097280"/>
          </a:xfrm>
          <a:prstGeom prst="roundRect">
            <a:avLst>
              <a:gd name="adj" fmla="val 8333"/>
            </a:avLst>
          </a:prstGeom>
          <a:solidFill>
            <a:srgbClr val="EDE7F6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74520" y="1554480"/>
            <a:ext cx="12344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090672" y="178308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1234440" cy="1097280"/>
          </a:xfrm>
          <a:prstGeom prst="roundRect">
            <a:avLst>
              <a:gd name="adj" fmla="val 8333"/>
            </a:avLst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1554480"/>
            <a:ext cx="12344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178308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709160" y="1554480"/>
            <a:ext cx="1234440" cy="1097280"/>
          </a:xfrm>
          <a:prstGeom prst="roundRect">
            <a:avLst>
              <a:gd name="adj" fmla="val 8333"/>
            </a:avLst>
          </a:prstGeom>
          <a:solidFill>
            <a:srgbClr val="EDE7F6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1554480"/>
            <a:ext cx="12344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25312" y="178308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1234440" cy="1097280"/>
          </a:xfrm>
          <a:prstGeom prst="roundRect">
            <a:avLst>
              <a:gd name="adj" fmla="val 8333"/>
            </a:avLst>
          </a:prstGeom>
          <a:solidFill>
            <a:srgbClr val="EDE7F6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0" y="1554480"/>
            <a:ext cx="12344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JSON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342632" y="178308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543800" y="1554480"/>
            <a:ext cx="1234440" cy="1097280"/>
          </a:xfrm>
          <a:prstGeom prst="roundRect">
            <a:avLst>
              <a:gd name="adj" fmla="val 8333"/>
            </a:avLst>
          </a:prstGeom>
          <a:solidFill>
            <a:srgbClr val="EDE7F6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3800" y="1554480"/>
            <a:ext cx="12344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solidFill>
            <a:srgbClr val="FFF6DD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297180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training: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crowd_data.csv → cleaning &amp; encoding → 80/20 stratified split → training → crowd_rf.joblib (loaded once at start-up)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view (PEAS): goal-based software agent – sensors: temple + date + datasets; actuators: crowd level, best time, waiting time, 7-day outlook.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B2E8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0A500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71119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idea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 forecasting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Time-series, feature-based ML or sensing-based counting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Feature-based ML needs only history and calendar knowledge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classification [3],[4]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from labelled examples; judge on held-out data [5]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ordered crowd classes; test set + cross-validation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[1]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de-correlated trees, voting; feature importances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tabular data, resists overfitting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[11]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Precision, recall, F1, confusion matrix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 because Very High class is rare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imbalance [10]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Weighting, resampling, SMOTE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 split + per-class metrics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Temple sites are static; none encode the Tamil lunar calendar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TempleSense AI adds tithi / festival features + advice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</Words>
  <Application>Microsoft Office PowerPoint</Application>
  <PresentationFormat>On-screen Show (16:9)</PresentationFormat>
  <Paragraphs>82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TempleSense AI</dc:title>
  <dc:subject>PptxGenJS Presentation</dc:subject>
  <dc:creator>PptxGenJS</dc:creator>
  <cp:lastModifiedBy>SANTHOS S V</cp:lastModifiedBy>
  <cp:revision>2</cp:revision>
  <dcterms:created xsi:type="dcterms:W3CDTF">2026-10-30T01:20:34Z</dcterms:created>
  <dcterms:modified xsi:type="dcterms:W3CDTF">2026-10-30T01:21:54Z</dcterms:modified>
</cp:coreProperties>
</file>